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GridSense AI, a Power BI based smart energy analytics and anomaly intelligence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project does and walk through the four dashboard pages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Cleaned smart-grid file of about 20,000 rows; fields fall into four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data cleaned with Power Query, modeled and measured with DAX, visualized in Power BI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exists today (Power BI dashboards) versus proposed future work. No ML model has been trained or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0"/>
            <a:ext cx="2377440" cy="13716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8303" y="0"/>
            <a:ext cx="1993392" cy="1078992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2351" y="0"/>
            <a:ext cx="1609344" cy="786384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0"/>
            <a:ext cx="1225296" cy="493776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577840"/>
            <a:ext cx="2377440" cy="128016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852160"/>
            <a:ext cx="2011680" cy="100584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126480"/>
            <a:ext cx="1645920" cy="73152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00800"/>
            <a:ext cx="1280160" cy="4572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pic>
        <p:nvPicPr>
          <p:cNvPr id="10" name="Image 0" descr="/home/claude/gridsense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GridSense </a:t>
            </a:r>
            <a:pPr indent="0" marL="0">
              <a:buNone/>
            </a:pPr>
            <a:r>
              <a:rPr lang="en-US" sz="4000" b="1" dirty="0">
                <a:solidFill>
                  <a:srgbClr val="29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" y="2514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Grid, Energy Demand &amp; Anomaly Intelligence Platform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310128"/>
            <a:ext cx="2743200" cy="0"/>
          </a:xfrm>
          <a:prstGeom prst="line">
            <a:avLst/>
          </a:prstGeom>
          <a:noFill/>
          <a:ln w="19050">
            <a:solidFill>
              <a:srgbClr val="29D3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474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Grids, Greener Tomorrow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4343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5156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/ Program]  •  [University / College Name]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5156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  •  Academic Year 2025–26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0"/>
            <a:ext cx="2377440" cy="13716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8303" y="0"/>
            <a:ext cx="1993392" cy="1078992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2351" y="0"/>
            <a:ext cx="1609344" cy="786384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0"/>
            <a:ext cx="1225296" cy="493776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pic>
        <p:nvPicPr>
          <p:cNvPr id="6" name="Image 0" descr="/home/claude/gridsense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</a:t>
            </a:r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59775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2252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for smart energy monitoring and decision-making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analyzes smart meter readings, energy consumption, solar generation, weather and anomaly data.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consumption, solar, weather, forecast and risk signals into one interactive report.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date, region, building type and meter ID on every page.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built with DAX measures; visuals highlight trends, anomalies and demand patterns.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1920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2185416"/>
            <a:ext cx="420624" cy="420624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14" name="Image 1" descr="/home/claude/gridsense/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642" y="2294778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Energy Overview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45236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solar generation, regions, building types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583680" y="299923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12280" y="3264408"/>
            <a:ext cx="420624" cy="420624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19" name="Image 2" descr="/home/claude/gridsense/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642" y="3373770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5236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Anomaly Intelligence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452360" y="3456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high usage, risk score, sensor health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583680" y="407822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12280" y="4343400"/>
            <a:ext cx="420624" cy="420624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24" name="Image 3" descr="/home/claude/gridsense/icon_trend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642" y="4452762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233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Forecasting &amp; Insights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452360" y="4535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predicted, hourly and weekly demand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583680" y="515721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12280" y="5422392"/>
            <a:ext cx="420624" cy="420624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29" name="Image 4" descr="/home/claude/gridsense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642" y="5531754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52360" y="5312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Weather Intelligence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452360" y="56144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wind, humidity, solar by temperature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 |  Academic Project Review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0"/>
            <a:ext cx="2377440" cy="13716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8303" y="0"/>
            <a:ext cx="1993392" cy="1078992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2351" y="0"/>
            <a:ext cx="1609344" cy="786384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0"/>
            <a:ext cx="1225296" cy="493776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pic>
        <p:nvPicPr>
          <p:cNvPr id="6" name="Image 0" descr="/home/claude/gridsense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</a:t>
            </a:r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59775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2252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smart-grid dataset used in the Power BI model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~20,000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9436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(METER READINGS)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83280" y="19202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2044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D5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52044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(NE, SW, W, SE, MW)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465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44652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TYPES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235440" y="19202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37260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37260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FILE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29184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Identifiers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" y="37673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date, month, day_name, meter_id, region, building_type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329184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&amp; Forecasting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0" y="37673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consumption_kwh, next_hour_consumption_kwh, lag1_kwh, lag24_kwh, roll24_std_kwh, Forecast Error, Forecast Error Band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75488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580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Weather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" y="5230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solar_generation_kwh, solar_kw_installed, temp_c, wind_ms, humidity_pct, Temperature Range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72200" y="4754880"/>
            <a:ext cx="5532120" cy="1325880"/>
          </a:xfrm>
          <a:prstGeom prst="roundRect">
            <a:avLst>
              <a:gd name="adj" fmla="val 5517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0080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Risk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5230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anomaly_flag, high_usage_flag, sensor_health, outage_risk_score, risk_category, peak_period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 |  Academic Project Review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0"/>
            <a:ext cx="2377440" cy="13716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8303" y="0"/>
            <a:ext cx="1993392" cy="1078992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2351" y="0"/>
            <a:ext cx="1609344" cy="786384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0"/>
            <a:ext cx="1225296" cy="493776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pic>
        <p:nvPicPr>
          <p:cNvPr id="6" name="Image 0" descr="/home/claude/gridsense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</a:t>
            </a:r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59775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2252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used to build the GridSense AI dashboard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224942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13" name="Image 1" descr="/home/claude/gridsense/icon_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36829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852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authoring, slicers and interactive dashboard pages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270248" y="2011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18" name="Image 2" descr="/home/claude/gridsense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36829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26280" y="2852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2628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 and shaping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083296" y="20116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339328" y="224942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23" name="Image 3" descr="/home/claude/gridsense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36829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39328" y="2852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339328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fields for analysis across pages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13232" y="435254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28" name="Image 4" descr="/home/claude/gridsense/icon_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47141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3232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13232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for KPIs such as totals, averages, risk score and forecast error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270248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26280" y="435254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33" name="Image 5" descr="/home/claude/gridsense/icon_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447141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26280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526280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donut, scatter and KPI card visuals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083296" y="4114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0F264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39328" y="4352544"/>
            <a:ext cx="457200" cy="457200"/>
          </a:xfrm>
          <a:prstGeom prst="ellipse">
            <a:avLst/>
          </a:prstGeom>
          <a:solidFill>
            <a:srgbClr val="15304F"/>
          </a:solidFill>
          <a:ln w="15875">
            <a:solidFill>
              <a:srgbClr val="29D3FF"/>
            </a:solidFill>
            <a:prstDash val="solid"/>
          </a:ln>
        </p:spPr>
      </p:sp>
      <p:pic>
        <p:nvPicPr>
          <p:cNvPr id="38" name="Image 6" descr="/home/claude/gridsense/icon_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471416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339328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8339328" y="5303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smartgrid_cleaned.csv as the data source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 |  Academic Project Review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0"/>
            <a:ext cx="2377440" cy="1371600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8303" y="0"/>
            <a:ext cx="1993392" cy="1078992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2351" y="0"/>
            <a:ext cx="1609344" cy="786384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0"/>
            <a:ext cx="1225296" cy="493776"/>
          </a:xfrm>
          <a:prstGeom prst="line">
            <a:avLst/>
          </a:prstGeom>
          <a:noFill/>
          <a:ln w="12700">
            <a:solidFill>
              <a:srgbClr val="29D3FF">
                <a:alpha val="35000"/>
              </a:srgbClr>
            </a:solidFill>
            <a:prstDash val="solid"/>
          </a:ln>
        </p:spPr>
      </p:sp>
      <p:pic>
        <p:nvPicPr>
          <p:cNvPr id="6" name="Image 0" descr="/home/claude/gridsense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</a:t>
            </a:r>
            <a:pPr indent="0" marL="0">
              <a:buNone/>
            </a:pPr>
            <a:r>
              <a:rPr lang="en-US" sz="1300" b="1" dirty="0">
                <a:solidFill>
                  <a:srgbClr val="2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59775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225296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GridSense AI delivers and where it can grow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gridsense/icon_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2139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26517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4-page interactive Power BI dashboard on ~20,000 smart meter readings.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consumption, solar, weather, forecast and anomaly views in one report.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DAX-driven KPIs and filters support quick monitoring and exploration.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anomalies, high-usage events and demand patterns easy to spot.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63640" y="187452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0D2038"/>
          </a:solidFill>
          <a:ln w="9525">
            <a:solidFill>
              <a:srgbClr val="1E3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/home/claude/gridsense/icon_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031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6872" y="2139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(proposed)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37960" y="26517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anomaly detection and forecasting (not yet implemented).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high-risk events.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smart-meter data integration.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D7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views and cost/carbon analytics.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GridSense AI  |  Academic Project Review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2026-10-15T02:57:35Z</dcterms:created>
  <dcterms:modified xsi:type="dcterms:W3CDTF">2026-10-15T02:57:35Z</dcterms:modified>
</cp:coreProperties>
</file>